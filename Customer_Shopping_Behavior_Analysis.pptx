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7824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7824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7824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1645920"/>
            <a:ext cx="73152" cy="19202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146304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Analytics</a:t>
            </a:r>
            <a:endParaRPr lang="en-US" sz="4000" dirty="0"/>
          </a:p>
        </p:txBody>
      </p:sp>
      <p:sp>
        <p:nvSpPr>
          <p:cNvPr id="44" name="Text 42"/>
          <p:cNvSpPr/>
          <p:nvPr/>
        </p:nvSpPr>
        <p:spPr>
          <a:xfrm>
            <a:off x="82296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Project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2960" y="402336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14600" y="402336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06240" y="402336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97880" y="402336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97880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89520" y="402336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40233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Indian retail chain with 10 stores across metro and tier-2 cities needed help understanding inconsistent customer retention and poor marketing campaign returns. Raw transactional data existed in spreadsheets with no structured analytics pipeline.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192024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33272" y="2148840"/>
            <a:ext cx="502920" cy="5029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12724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enrich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tables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310896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011680"/>
            <a:ext cx="192024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2148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312724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business queries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tables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310896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011680"/>
            <a:ext cx="192024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30952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312724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+ 30 DAX measures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37960" y="310896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2011680"/>
            <a:ext cx="192024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79792" y="214884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312724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findings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recommendations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3,900 transactions · 4 tables · 10 stores · 8 campaigns · 25 products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4 Tables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1828800"/>
            <a:ext cx="274320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22402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age, gender
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item_purchased, category
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purchase_amount_usd
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 (FK) · campaign_id (FK)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432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product_name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cost_price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selling_price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profit_margin_pct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stock_quantity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reorder_level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item_purchased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7432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57276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store_id, store_name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city_tier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region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store_size_sqft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26480" y="2606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store_id (FK)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3749040"/>
            <a:ext cx="27432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374904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749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marketing_campaigns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413308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campaign_id, campaign_name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season, campaign_type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budget_inr_lakhs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target_category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91840" y="51663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campaign_id (FK)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17520" y="2651760"/>
            <a:ext cx="182880" cy="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651760"/>
            <a:ext cx="91440" cy="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474720"/>
            <a:ext cx="0" cy="274320"/>
          </a:xfrm>
          <a:prstGeom prst="line">
            <a:avLst/>
          </a:prstGeom>
          <a:noFill/>
          <a:ln w="19050">
            <a:solidFill>
              <a:srgbClr val="4F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 relationships set in Power BI Model 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1737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 stores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5176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430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832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Amount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Express: $60.48 | Standard: $58.46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868680"/>
            <a:ext cx="265176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68680"/>
            <a:ext cx="64008" cy="1737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1430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5.0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65176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34640"/>
            <a:ext cx="64008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08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0292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of 3,900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65176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64008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108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38328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subscribers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2834640"/>
            <a:ext cx="265176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834640"/>
            <a:ext cx="640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108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26364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Revenue Share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S09 + S10 combined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2834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customers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10 previous purchases. Core revenue base.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651760" cy="28346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05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customers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7432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previous purchases. High conversion potential.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651760" cy="2834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005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080760" y="1920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076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customers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buyers. Focus on activation campaigns.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850392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40480"/>
            <a:ext cx="6400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862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2,518 repeat buyers (&gt;5 purchases) are NOT subscribed — the largest single retention opportunity in the dataset. A targeted re-engagement campaign could convert ~30% based on industry benchmarks.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Regional Performance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Store (USD)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- App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0" y="1143000"/>
            <a:ext cx="4114800" cy="21945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9320" y="109728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453896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- Web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499616"/>
            <a:ext cx="3977066" cy="21945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1586" y="1453896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10512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1856232"/>
            <a:ext cx="2272609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7129" y="181051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16712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2212848"/>
            <a:ext cx="1902449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969" y="216712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523744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2569464"/>
            <a:ext cx="1885233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9753" y="2523744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880360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2926080"/>
            <a:ext cx="1592548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7068" y="288036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236976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0" y="3282696"/>
            <a:ext cx="1394556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9076" y="3236976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593592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0" y="3639312"/>
            <a:ext cx="1024396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98916" y="359359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3950208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0" y="3995928"/>
            <a:ext cx="998571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73091" y="395020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306824"/>
            <a:ext cx="1417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0" y="4352544"/>
            <a:ext cx="723103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97623" y="4306824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0" y="4663440"/>
            <a:ext cx="164592" cy="16459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29968" y="46268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26080" y="466344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27248" y="46268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023360" y="4663440"/>
            <a:ext cx="164592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24528" y="46268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60720" y="777240"/>
            <a:ext cx="310896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897880" y="1325880"/>
            <a:ext cx="201168" cy="20116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channels account for 41.4% of total revenue — largest single contributor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97880" y="2075688"/>
            <a:ext cx="201168" cy="20116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20299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Koramangala has the highest revenue per sqft among physical stores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97880" y="2825496"/>
            <a:ext cx="201168" cy="20116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277977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stores show strong subscription rates relative to revenue — good local engagement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97880" y="3575304"/>
            <a:ext cx="201168" cy="20116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352958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region leads physical store performance across all metrics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ROI (Revenue / Budget)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break-even at 1.0×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Mega Sale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161288"/>
            <a:ext cx="3774643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49163" y="1097280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4.8×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45336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Navratri Festive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0" y="1609344"/>
            <a:ext cx="306689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41418" y="1545336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3.9×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199339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Refresh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2057400"/>
            <a:ext cx="2516429" cy="2560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0949" y="1993392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441448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Back-to-School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0" y="2505456"/>
            <a:ext cx="2201875" cy="2560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76395" y="2441448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88950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Warmth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0" y="2953512"/>
            <a:ext cx="196596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889504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33756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Social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0" y="3401568"/>
            <a:ext cx="865022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39542" y="3337560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1.1×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785616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Sale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0" y="3849624"/>
            <a:ext cx="1730045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4565" y="3785616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2.2×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423367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Season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0" y="4297680"/>
            <a:ext cx="149413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8650" y="4233672"/>
            <a:ext cx="457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1.9×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15184" y="1005840"/>
            <a:ext cx="0" cy="384048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760720" y="777240"/>
            <a:ext cx="310896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Finding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97880" y="128016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 campaigns (Diwali, Navratri) show genuine customer lift — buyers acquired via these campaigns have significantly higher repeat purchase rates than organic customers.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Social Media campaign (₹5L budget) showed near-zero lift over organic baseline — revenue was nearly identical between campaign and non-campaign customers that season.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     → Highest ROI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Social    → Mixed results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SMS       → Moderate, cost efficient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In-store  → Lowest reach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Margin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02920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0360" y="777240"/>
            <a:ext cx="0" cy="4023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65760" y="2788920"/>
            <a:ext cx="5029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926080" y="822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margin + High volume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92608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SQUEEZE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low margin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822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good margin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 + Low volume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49040" y="109728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0208" y="10698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0" y="91440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8869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297680" y="160020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1572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108960" y="82296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795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83280" y="100584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9784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023360" y="310896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24528" y="3081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840480" y="329184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41648" y="32644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566160" y="320040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31729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0" y="1920240"/>
            <a:ext cx="182880" cy="18288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18928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280160" y="12801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81328" y="12527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737360" y="292608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38528" y="28986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Sales Volume →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 rot="16200000">
            <a:off x="45720" y="1645920"/>
            <a:ext cx="274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777240"/>
            <a:ext cx="32004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868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Findings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760720" y="132588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margin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1371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60720" y="192024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Low-margin products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0" y="1965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25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0720" y="251460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below reorder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25603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product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60720" y="310896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3154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0" y="31546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57.7%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60720" y="370332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7880" y="3749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margin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3749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 34.9%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76072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Reduce discounts on Jeans, Sandals, Shorts. These 3 items have the highest sales volume but lowest margins — each 5% discount reduction adds ~$2K annual margin.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0624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206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7772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Convert repeat buyers to subscribers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216152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 repeat buyers (&gt;5 purchases) are unsubscribed. A targeted email campaign with exclusive perks (free shipping, early access) could convert 25–30% based on industry benchmarks.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231343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3134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20624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777240"/>
            <a:ext cx="4206240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7772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Reallocate Summer Social Media budget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216152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Social campaign (₹5L) showed near-zero lift over organic baseline. Shift this budget toward Festive Email campaigns which deliver 4–5× ROI and drive long-term loyalty.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231343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3134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20624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834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Protect margins on high-volume low-margin products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273552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Jeans (36.6%), Sandals (34.9%), Shorts (36.6%) are top sellers but discount rates exceed 45%. Replace blanket discounts with bundle offers or loyalty rewards to protect margin.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437083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20624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34640"/>
            <a:ext cx="42062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834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Expand high-efficiency physical stores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3273552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and Mumbai stores show the highest revenue/sqft among physical locations. Expanding these or replicating their format in adjacent cities offers better ROI than opening new tier-2 stores.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437083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4370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7824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7824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7824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4" name="Text 42"/>
          <p:cNvSpPr/>
          <p:nvPr/>
        </p:nvSpPr>
        <p:spPr>
          <a:xfrm>
            <a:off x="822960" y="2514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365760" y="3246120"/>
            <a:ext cx="16002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246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transactions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084832" y="3246120"/>
            <a:ext cx="16002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84832" y="3246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03904" y="3246120"/>
            <a:ext cx="16002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03904" y="3246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SQL queries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22976" y="3246120"/>
            <a:ext cx="16002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22976" y="3246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dashboard tabs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242048" y="3246120"/>
            <a:ext cx="1600200" cy="5029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42048" y="3246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recommendations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296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Python · SQL Server · Power BI · DAX · SQLAlchemy · pyodbc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2960" y="43708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github.com/your-username/retail-customer-behavior-analytics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Behavior Analysis</dc:title>
  <dc:subject>PptxGenJS Presentation</dc:subject>
  <dc:creator>Data Analyst</dc:creator>
  <cp:lastModifiedBy>Data Analyst</cp:lastModifiedBy>
  <cp:revision>1</cp:revision>
  <dcterms:created xsi:type="dcterms:W3CDTF">2026-04-20T08:08:34Z</dcterms:created>
  <dcterms:modified xsi:type="dcterms:W3CDTF">2026-04-20T08:08:34Z</dcterms:modified>
</cp:coreProperties>
</file>